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Poppins Light"/>
      <p:regular r:id="rId201314"/>
    </p:embeddedFont>
    <p:embeddedFont>
      <p:font typeface="Poppins"/>
      <p:regular r:id="rId201315"/>
    </p:embeddedFont>
    <p:embeddedFont>
      <p:font typeface="Roboto Light"/>
      <p:regular r:id="rId201316"/>
    </p:embeddedFont>
    <p:embeddedFont>
      <p:font typeface="Roboto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Python • SQL • Power BI — end-to-end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326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888852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2035373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Goal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341885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Transform raw transactions into business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888852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2035373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341885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Python, MySQL, Power BI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083793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230314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Audience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53682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Executives, managers, marketing, analysts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47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Workflow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291233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503531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Power BI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503531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Python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3519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End-to-end: collect → clean &amp; feature-engineer → SQL metrics → interactive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Processing (Python)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339" y="1504131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55879" y="1504131"/>
            <a:ext cx="20966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Cleaning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55879" y="1867346"/>
            <a:ext cx="2096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Missing values, duplicates removed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4339" y="2604492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55879" y="2604492"/>
            <a:ext cx="20966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555879" y="2967707"/>
            <a:ext cx="2096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Customer segments, age groups, freq. metrics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4339" y="3704853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55879" y="3704853"/>
            <a:ext cx="20966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Export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555879" y="4068068"/>
            <a:ext cx="20966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Clean dataset exported to MySQL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SQL Analysis — Key Metrics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SQL produced business-ready metrics used in Power BI: revenue breakdowns, loyalty, top products, shipping &amp; discount analysis.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749701" y="2302818"/>
            <a:ext cx="3902943" cy="552748"/>
          </a:xfrm>
          <a:prstGeom prst="roundRect">
            <a:avLst>
              <a:gd name="adj" fmla="val 10772"/>
            </a:avLst>
          </a:prstGeom>
          <a:solidFill>
            <a:srgbClr val="3D3D4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517874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398" y="2465784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Metrics drive dashboard KPIs and filters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3524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Executive Sales Overview — Highlights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61754"/>
            <a:ext cx="419100" cy="2589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2361754"/>
            <a:ext cx="1308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Category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2398" y="2668265"/>
            <a:ext cx="1308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Clothing — highest revenue (239K)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361754"/>
            <a:ext cx="419100" cy="2589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2361754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2nd Category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74578" y="2668265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Accessories — 169K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361754"/>
            <a:ext cx="419100" cy="2589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2361754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56833" y="2668265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81K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361754"/>
            <a:ext cx="419100" cy="2589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2361754"/>
            <a:ext cx="1308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9087" y="2668265"/>
            <a:ext cx="13087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43K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328136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Male customers: 67.61% of revenue • Young Adults top age segment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238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Behavior &amp; Loyalty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23776" y="2380283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69%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58" y="1494309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79794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700090" y="2380283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26%</a:t>
            </a:r>
            <a:endParaRPr lang="en-US" sz="2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72" y="1494309"/>
            <a:ext cx="2126456" cy="2126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79794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76405" y="2380283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42%</a:t>
            </a:r>
            <a:endParaRPr lang="en-US" sz="2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86" y="1494309"/>
            <a:ext cx="2126456" cy="2126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79794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Discount adopters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418422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Common frequencies: monthly, quarterly, annually. Focus on retention — repeat buyers drive revenue.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 Performance, Findings &amp; Recommendations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78991"/>
            <a:ext cx="5202138" cy="2926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8649" y="2094830"/>
            <a:ext cx="2673921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Top product: Blouse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Highest rated: Gloves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Standard shipping = best satisfaction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Total revenue ≈ $533K from 8.9K customers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4107582"/>
            <a:ext cx="8151763" cy="647328"/>
          </a:xfrm>
          <a:prstGeom prst="roundRect">
            <a:avLst>
              <a:gd name="adj" fmla="val 7330"/>
            </a:avLst>
          </a:prstGeom>
          <a:solidFill>
            <a:srgbClr val="050505"/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3367" y="4234830"/>
            <a:ext cx="78972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3367" y="4465290"/>
            <a:ext cx="78972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Invest in Clothing &amp; Accessories; target Young Adults; grow subscriptions; personalize retention offers; optimize Fall inventory.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2026-08-05T08:20:06Z</dcterms:created>
  <dcterms:modified xsi:type="dcterms:W3CDTF">2026-08-05T08:20:06Z</dcterms:modified>
</cp:coreProperties>
</file>